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5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893B6-A520-4942-BBEB-C11DFDEB5BFF}" v="40" dt="2026-07-02T07:43:28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7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83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42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55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97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15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90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50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20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080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96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9440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52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76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06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723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73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325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  <p:sldLayoutId id="2147484168" r:id="rId12"/>
    <p:sldLayoutId id="2147484169" r:id="rId13"/>
    <p:sldLayoutId id="2147484170" r:id="rId14"/>
    <p:sldLayoutId id="2147484171" r:id="rId15"/>
    <p:sldLayoutId id="2147484172" r:id="rId16"/>
    <p:sldLayoutId id="214748417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chemeClr val="accent3">
                    <a:lumMod val="75000"/>
                  </a:schemeClr>
                </a:solidFill>
              </a:rPr>
              <a:t>Coffee Sales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Built an interactive Power BI dashboard using coffee shop sales data to analyze sales, products, payment methods, and trends.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3">
                    <a:lumMod val="75000"/>
                  </a:schemeClr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Clean and transform data</a:t>
            </a:r>
          </a:p>
          <a:p>
            <a:pPr>
              <a:defRPr sz="2200"/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 Analyze sales performance</a:t>
            </a:r>
          </a:p>
          <a:p>
            <a:pPr>
              <a:defRPr sz="2200"/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 Create interactive visuals</a:t>
            </a:r>
          </a:p>
          <a:p>
            <a:pPr>
              <a:defRPr sz="2200"/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 Generate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Removed duplicates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defRPr sz="2200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Fixed data types</a:t>
            </a:r>
          </a:p>
          <a:p>
            <a:pPr>
              <a:defRPr sz="2200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Handled missing values</a:t>
            </a:r>
          </a:p>
          <a:p>
            <a:pPr>
              <a:defRPr sz="2200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Trimmed text</a:t>
            </a:r>
          </a:p>
          <a:p>
            <a:pPr>
              <a:defRPr sz="2200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Created date/time columns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KPI Cards</a:t>
            </a:r>
          </a:p>
          <a:p>
            <a:pPr>
              <a:defRPr sz="2200"/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Monthly Sales Trend</a:t>
            </a:r>
          </a:p>
          <a:p>
            <a:pPr>
              <a:defRPr sz="2200"/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Product Analysis</a:t>
            </a:r>
          </a:p>
          <a:p>
            <a:pPr>
              <a:defRPr sz="2200"/>
            </a:pP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P</a:t>
            </a:r>
            <a:r>
              <a:rPr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aymen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t </a:t>
            </a: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</a:t>
            </a:r>
          </a:p>
          <a:p>
            <a:pPr>
              <a:defRPr sz="2200"/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Time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Top-selling coffee products</a:t>
            </a:r>
          </a:p>
          <a:p>
            <a:pPr>
              <a:defRPr sz="2200"/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Peak business hours</a:t>
            </a:r>
          </a:p>
          <a:p>
            <a:pPr>
              <a:defRPr sz="2200"/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Popular payment method</a:t>
            </a:r>
          </a:p>
          <a:p>
            <a:pPr>
              <a:defRPr sz="2200"/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Monthly sales trends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dashboard helps monitor performance and supports data-driven business decisions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14</TotalTime>
  <Words>100</Words>
  <Application>Microsoft Office PowerPoint</Application>
  <PresentationFormat>On-screen Show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Tw Cen MT</vt:lpstr>
      <vt:lpstr>Circuit</vt:lpstr>
      <vt:lpstr>Coffee Sales Data Analysis</vt:lpstr>
      <vt:lpstr>Objectives</vt:lpstr>
      <vt:lpstr>Data Cleaning</vt:lpstr>
      <vt:lpstr>Dashboard</vt:lpstr>
      <vt:lpstr>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prashant</dc:creator>
  <cp:keywords/>
  <dc:description>generated using python-pptx</dc:description>
  <cp:lastModifiedBy>Prashant Salunkhe</cp:lastModifiedBy>
  <cp:revision>2</cp:revision>
  <dcterms:created xsi:type="dcterms:W3CDTF">2013-01-27T09:14:16Z</dcterms:created>
  <dcterms:modified xsi:type="dcterms:W3CDTF">2026-07-02T07:50:34Z</dcterms:modified>
  <cp:category/>
</cp:coreProperties>
</file>